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035" autoAdjust="0"/>
    <p:restoredTop sz="94673" autoAdjust="0"/>
  </p:normalViewPr>
  <p:slideViewPr>
    <p:cSldViewPr snapToGrid="0">
      <p:cViewPr varScale="1">
        <p:scale>
          <a:sx n="79" d="100"/>
          <a:sy n="79" d="100"/>
        </p:scale>
        <p:origin x="-77" y="-1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pPr/>
              <a:t>03-02-2026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A08EB0EC-B6A5-45A6-CFA7-C2F2F51252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xmlns="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736985F1-78C3-EC87-83A0-2D323CD4C9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pic>
        <p:nvPicPr>
          <p:cNvPr id="1026" name="Picture 2" descr="Azure SQL Logo - PNG Logo Vector Brand Downloads (SVG, EPS)">
            <a:extLst>
              <a:ext uri="{FF2B5EF4-FFF2-40B4-BE49-F238E27FC236}">
                <a16:creationId xmlns:a16="http://schemas.microsoft.com/office/drawing/2014/main" xmlns="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:a16="http://schemas.microsoft.com/office/drawing/2014/main" xmlns="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4F95968-7DD7-93BC-CDD3-935B46B29C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xmlns="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xmlns="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xmlns="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xmlns="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xmlns="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8D56A6E6-9FEB-E12A-1F6A-8FCBFFF9CF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6015" y="6114979"/>
            <a:ext cx="860309" cy="62085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1C16131-B2D0-CF61-035E-38CF286C7E3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689651" y="-307951"/>
            <a:ext cx="1671703" cy="1671703"/>
          </a:xfrm>
          <a:prstGeom prst="rect">
            <a:avLst/>
          </a:prstGeom>
        </p:spPr>
      </p:pic>
      <p:pic>
        <p:nvPicPr>
          <p:cNvPr id="10" name="Picture 2" descr="Azure SQL Logo - PNG Logo Vector Brand Downloads (SVG, EPS)">
            <a:extLst>
              <a:ext uri="{FF2B5EF4-FFF2-40B4-BE49-F238E27FC236}">
                <a16:creationId xmlns:a16="http://schemas.microsoft.com/office/drawing/2014/main" xmlns="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:a16="http://schemas.microsoft.com/office/drawing/2014/main" xmlns="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112</Words>
  <Application>Microsoft Office PowerPoint</Application>
  <PresentationFormat>Custom</PresentationFormat>
  <Paragraphs>31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Swapnajeet</dc:creator>
  <cp:lastModifiedBy>dell</cp:lastModifiedBy>
  <cp:revision>18</cp:revision>
  <dcterms:created xsi:type="dcterms:W3CDTF">2024-06-24T12:27:37Z</dcterms:created>
  <dcterms:modified xsi:type="dcterms:W3CDTF">2026-02-03T14:14:44Z</dcterms:modified>
</cp:coreProperties>
</file>